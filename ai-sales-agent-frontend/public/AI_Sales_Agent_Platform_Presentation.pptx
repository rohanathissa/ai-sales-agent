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NEXT-GENERATION E-COMMERCE</a:t>
            </a:r>
          </a:p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AI Sales Agent Platform</a:t>
            </a:r>
          </a:p>
          <a:p>
            <a:pPr>
              <a:defRPr sz="2000">
                <a:solidFill>
                  <a:srgbClr val="94A3B8"/>
                </a:solidFill>
              </a:defRPr>
            </a:pPr>
            <a:r>
              <a:t>Autonomous Conversational Sales Engine for Gem &amp; Jewellery Businesses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⚡ Google Gemini 3.6 Flash   |   💬 Meta WhatsApp Cloud API   |   🇱🇰 Sinhala, Singlish &amp; English   |   🔒 Cloudflare Secure Tunnel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PROBLEM VS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Business Opportunity &amp; The AI Advantage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47548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⚠️ The Traditional Bottleneck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High Inquiry Volume: Customers text 24/7 on WhatsApp asking for stock, carats, cut, and pricing.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Delayed Responses: Slow response times lead to high bounce rates and lost sales to competitors.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Language Barrier: Customers ask in Sinhala ('ඔයාල ළඟ නිල් මැණික් තියෙනවද?') or Singlish.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Staff Fatigue: Human sales reps spend 80% of time answering repetitive price and inventory questions.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47548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🚀 The AI Sales Agent Solution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Instant 24/7 Responses: Sub-second reply latency on WhatsApp with zero human delay.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Fluent Multi-lingual Intelligence: Seamless comprehension of Sinhala, Singlish, and English.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Catalog-Grounded Accuracy: Strictly recommends real inventory (Blue Sapphires, Padparadscha, Emeralds, Rubies).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Full Team Oversight: Live Chat Simulator and Product Management dashboard for human managers.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ENGINEERING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Full-Stack Technology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21488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📱 Frontend Client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React 18 + Vite SPA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BizAdmin Dark Modern UI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Real-Time Chat Simulator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Interactive User Manual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5146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11880" y="1828800"/>
            <a:ext cx="214884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9202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⚙️ Express API Backend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Node.js REST Services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Meta Webhook Inbound Route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Auto-Token &amp; Session Refresh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IPv4 Outbound Dispatcher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146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214884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9202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🧠 Gemini 3.6 Flash AI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Google Generative AI SDK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Catalog Context Injection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Multi-turn History Memory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Automated Fallback Cascade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45920"/>
            <a:ext cx="25146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06840" y="1828800"/>
            <a:ext cx="214884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9202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🐘 PostgreSQL Storage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Products &amp; Inventory Table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Customer WhatsApp Profiles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Conversations &amp; Message Logs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Business Rules &amp; Settings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End-to-End Real-Time Message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306324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1. Inbound WhatsApp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Customer types inquiry on phone ('Do you have Padparadscha?')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290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828800"/>
            <a:ext cx="306324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92024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2. Meta Cloud API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Meta verifies and forwards webhook payload to Cloudflare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290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828800"/>
            <a:ext cx="306324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92024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3. Cloudflare Tunnel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Secure HTTPS tunnel proxies payload to http://localhost:3000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4290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114800"/>
            <a:ext cx="306324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4. Express Backend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Normalizes phone, saves message in DB &amp; syncs Chat Simulator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931920"/>
            <a:ext cx="34290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26280" y="4114800"/>
            <a:ext cx="306324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420624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5. Gemini 3.6 Flash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Injects live catalog and generates domain-specific sales 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3931920"/>
            <a:ext cx="34290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4114800"/>
            <a:ext cx="306324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420624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6. Outbound Dispatch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Node HTTPS sends message back to customer's WhatsApp in &lt; 2 sec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CONVERSATIONAL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Real-World Sales Conversation Examples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475488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💬 English Inquiry (Padparadscha)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Customer: 'Do you have Padparadscha sapphires?'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AI Agent Reply: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'Yes, we absolutely do! We have a rare loose Natural Padparadscha Sapphire from Sri Lanka for USD 5,200.00, featuring a gorgeous blend of pink and orange tones.'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'We also offer an elegant Padparadscha Rose Gold Pendant set in a diamond halo for USD 3,800.00. Which one of these would you like to explore further?'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47548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🇱🇰 Sinhala Inquiry (නිල් මැණික්)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Customer: 'ඔයාල ළඟ නිල් මැණික් තියෙනවද? මිල ගණන් කොහොමද?'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AI Agent Reply: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'ඔව්, අප ළඟ ස්වභාවික Royal Blue Ceylon Sapphire (USD 3,500.00) සහ Diamond &amp; Sapphire Ring (USD 4,500.00) තිබෙනවා.'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'ඔබ සොයන්නේ කැපූ මැණික් ගලක්ද (Loose Stone), නැතහොත් නිමි ආභරණයක්ද?'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Native Understanding: Automatically maps colloquial Sinhala terms to English database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ENTERPRISE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BizAdmin Management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30632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📊 Dashboard &amp; Metrics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Live system status monitoring.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Active manager and agent counts.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Low stock alerts for fast-moving items.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Quick access to catalog summaries.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290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306324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📦 Product Catalog CMS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Full CRUD management of gems and jewellery.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Attributes: Carat weight, Cut, Metal, Price, Currency.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Real-time synchronization with Gemini AI prompt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290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828800"/>
            <a:ext cx="306324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💬 Live Chat Simulator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Real-time dual-view of customer &amp; AI chats.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3-second background polling without refresh.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Internal sales testing without burning WhatsApp quota.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NEXT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Production Scaling &amp; Deployment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475488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🌐 Phase 1: Permanent Cloud Hosting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Cloud Deployment: Host Backend &amp; PostgreSQL on Render / Railway / AWS VPS for 99.99% uptime.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Cloudflare Named Tunnel: Dedicated custom domain (e.g. webhook.gemconnect.lk) with SSL.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Meta System User: Replace 24-hour temporary token with permanent 60-day or system token.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47548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🎯 Phase 2: Advanced Commerce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WhatsApp Pay &amp; Checkout: In-chat invoices and payment link generation.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Image Catalog Sharing: Automatically send high-res gem photos and GIA certificates over WhatsApp.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Human Agent Takeover: Seamless notification when customer requests human negotiation.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</a:defRPr>
            </a:pPr>
            <a:r>
              <a:t>CONCLUSION &amp; NEXT STEPS</a:t>
            </a:r>
          </a:p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</a:defRPr>
            </a:pPr>
            <a:r>
              <a:t>Ready to Transform Gem Sales with AI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The AI Sales Agent combines conversational intelligence, accurate inventory data, and instant WhatsApp response times to turn every inquiry into a high-value sale.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